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69" userDrawn="1">
          <p15:clr>
            <a:srgbClr val="A4A3A4"/>
          </p15:clr>
        </p15:guide>
        <p15:guide id="2" pos="529" userDrawn="1">
          <p15:clr>
            <a:srgbClr val="A4A3A4"/>
          </p15:clr>
        </p15:guide>
        <p15:guide id="3" pos="1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AD30"/>
    <a:srgbClr val="FFE60A"/>
    <a:srgbClr val="034EA2"/>
    <a:srgbClr val="617240"/>
    <a:srgbClr val="969696"/>
    <a:srgbClr val="484848"/>
    <a:srgbClr val="9BBB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3595" autoAdjust="0"/>
  </p:normalViewPr>
  <p:slideViewPr>
    <p:cSldViewPr snapToGrid="0">
      <p:cViewPr varScale="1">
        <p:scale>
          <a:sx n="74" d="100"/>
          <a:sy n="74" d="100"/>
        </p:scale>
        <p:origin x="802" y="62"/>
      </p:cViewPr>
      <p:guideLst>
        <p:guide orient="horz" pos="4269"/>
        <p:guide pos="529"/>
        <p:guide pos="1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2A1981-8285-26D3-9048-59E95F69B1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43F340-E12E-A86A-74F2-8ED8373563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B3EF5-26D9-4092-8AD7-CCE91500542B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7CC80-244B-8892-370D-197DA06F16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B5C1E-C830-05B9-7BF9-09C7B2BD9D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DC760-6F6C-4508-8B97-FF3281123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1680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91BF34-9C09-4633-82B8-549E67E2F396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CCBD6-B346-47E1-9248-EF2BBC70301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9246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69762"/>
            <a:ext cx="8958020" cy="1859797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029559"/>
            <a:ext cx="8958020" cy="66642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C05F8D-1416-45C9-B194-7F9AECC7F43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8024" y="6356350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2D1BE-A5CF-484D-A81A-FEE5F186D38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4215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0216" y="625294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62D868-45F8-4DC9-B961-385813C5BF1B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EC10158-5266-B631-6A51-69480FA52FE2}"/>
              </a:ext>
            </a:extLst>
          </p:cNvPr>
          <p:cNvCxnSpPr/>
          <p:nvPr userDrawn="1"/>
        </p:nvCxnSpPr>
        <p:spPr>
          <a:xfrm>
            <a:off x="152400" y="673894"/>
            <a:ext cx="10525125" cy="7143"/>
          </a:xfrm>
          <a:prstGeom prst="line">
            <a:avLst/>
          </a:prstGeom>
          <a:ln w="12700">
            <a:solidFill>
              <a:srgbClr val="51AD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136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4712" y="3456122"/>
            <a:ext cx="9438468" cy="1106353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4712" y="4589463"/>
            <a:ext cx="943846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3DBC20-6A29-4122-92A5-D41EC13AA91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105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03200"/>
            <a:ext cx="10515600" cy="477837"/>
          </a:xfrm>
        </p:spPr>
        <p:txBody>
          <a:bodyPr>
            <a:noAutofit/>
          </a:bodyPr>
          <a:lstStyle>
            <a:lvl1pPr>
              <a:defRPr sz="2800">
                <a:solidFill>
                  <a:srgbClr val="51AD30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174879-998C-496C-938C-EF93282F2B5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EBBAAC-2CA1-1C49-47CB-BD52B673F2D9}"/>
              </a:ext>
            </a:extLst>
          </p:cNvPr>
          <p:cNvCxnSpPr/>
          <p:nvPr userDrawn="1"/>
        </p:nvCxnSpPr>
        <p:spPr>
          <a:xfrm>
            <a:off x="152400" y="673894"/>
            <a:ext cx="10525125" cy="7143"/>
          </a:xfrm>
          <a:prstGeom prst="line">
            <a:avLst/>
          </a:prstGeom>
          <a:ln>
            <a:solidFill>
              <a:srgbClr val="51AD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104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7C8DE-CDEA-4737-AB6E-6AF808BA5CC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80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59B0AF-417D-4939-8AAC-F484CB65913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354A15-672B-9080-39A5-9E1260D2E535}"/>
              </a:ext>
            </a:extLst>
          </p:cNvPr>
          <p:cNvCxnSpPr/>
          <p:nvPr userDrawn="1"/>
        </p:nvCxnSpPr>
        <p:spPr>
          <a:xfrm>
            <a:off x="152400" y="673894"/>
            <a:ext cx="10525125" cy="7143"/>
          </a:xfrm>
          <a:prstGeom prst="line">
            <a:avLst/>
          </a:prstGeom>
          <a:ln>
            <a:solidFill>
              <a:srgbClr val="51AD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733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579DFC-AFC8-43BA-A86C-D99E5D721F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16821DD-83AE-DB6B-3EB9-BF22CB23C976}"/>
              </a:ext>
            </a:extLst>
          </p:cNvPr>
          <p:cNvCxnSpPr/>
          <p:nvPr userDrawn="1"/>
        </p:nvCxnSpPr>
        <p:spPr>
          <a:xfrm>
            <a:off x="152400" y="673894"/>
            <a:ext cx="10525125" cy="7143"/>
          </a:xfrm>
          <a:prstGeom prst="line">
            <a:avLst/>
          </a:prstGeom>
          <a:ln>
            <a:solidFill>
              <a:srgbClr val="51AD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22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9B66EF-9460-46E9-B1E9-91E3BE41665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744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4D2303-220C-424F-9787-44070ADF738C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48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99741" y="6271998"/>
            <a:ext cx="396499" cy="42302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63AE6F-9CC7-4DB7-BFC1-0E7C880CD58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5D984C-179A-F9ED-3D31-B122F1D122CE}"/>
              </a:ext>
            </a:extLst>
          </p:cNvPr>
          <p:cNvCxnSpPr/>
          <p:nvPr userDrawn="1"/>
        </p:nvCxnSpPr>
        <p:spPr>
          <a:xfrm>
            <a:off x="152400" y="673894"/>
            <a:ext cx="10525125" cy="7143"/>
          </a:xfrm>
          <a:prstGeom prst="line">
            <a:avLst/>
          </a:prstGeom>
          <a:ln>
            <a:solidFill>
              <a:srgbClr val="51AD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16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Myriad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yriad Pro Light" panose="020B0403030403020204" pitchFamily="34" charset="0"/>
              </a:defRPr>
            </a:lvl1pPr>
            <a:lvl2pPr>
              <a:defRPr>
                <a:latin typeface="Myriad Pro Light" panose="020B0403030403020204" pitchFamily="34" charset="0"/>
              </a:defRPr>
            </a:lvl2pPr>
            <a:lvl3pPr>
              <a:defRPr>
                <a:latin typeface="Myriad Pro Light" panose="020B0403030403020204" pitchFamily="34" charset="0"/>
              </a:defRPr>
            </a:lvl3pPr>
            <a:lvl4pPr>
              <a:defRPr>
                <a:latin typeface="Myriad Pro Light" panose="020B0403030403020204" pitchFamily="34" charset="0"/>
              </a:defRPr>
            </a:lvl4pPr>
            <a:lvl5pPr>
              <a:defRPr>
                <a:latin typeface="Myriad Pro Light" panose="020B04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67100" y="6512463"/>
            <a:ext cx="2743200" cy="365125"/>
          </a:xfrm>
        </p:spPr>
        <p:txBody>
          <a:bodyPr/>
          <a:lstStyle>
            <a:lvl1pPr>
              <a:defRPr>
                <a:latin typeface="Myriad Pro Light" panose="020B0403030403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3F9978-96A6-4A74-BC58-80574544371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yriad Pro Light" panose="020B0403030403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yriad Pro Light" panose="020B0403030403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667500" y="6512463"/>
            <a:ext cx="4114800" cy="365125"/>
          </a:xfrm>
        </p:spPr>
        <p:txBody>
          <a:bodyPr/>
          <a:lstStyle>
            <a:lvl1pPr>
              <a:defRPr>
                <a:latin typeface="Myriad Pro Light" panose="020B0403030403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yriad Pro Light" panose="020B0403030403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1499741" y="6271998"/>
            <a:ext cx="396499" cy="4230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Myriad Pro Light" panose="020B0403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2D1BE-A5CF-484D-A81A-FEE5F186D38F}" type="slidenum">
              <a:rPr kumimoji="0" lang="en-I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1637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79383"/>
            <a:ext cx="10515600" cy="494511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093629-71E1-4640-A8E5-B6EE98F8FE2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9/25/2026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3917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>
              <a:defRPr/>
            </a:pPr>
            <a:fld id="{A892D1BE-A5CF-484D-A81A-FEE5F186D38F}" type="slidenum">
              <a:rPr lang="en-IN" smtClean="0"/>
              <a:pPr>
                <a:defRPr/>
              </a:pPr>
              <a:t>‹#›</a:t>
            </a:fld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BADF27-C51B-DB82-5202-CD9841C6854A}"/>
              </a:ext>
            </a:extLst>
          </p:cNvPr>
          <p:cNvCxnSpPr/>
          <p:nvPr userDrawn="1"/>
        </p:nvCxnSpPr>
        <p:spPr>
          <a:xfrm>
            <a:off x="152400" y="673894"/>
            <a:ext cx="10525125" cy="7143"/>
          </a:xfrm>
          <a:prstGeom prst="line">
            <a:avLst/>
          </a:prstGeom>
          <a:ln w="12700">
            <a:solidFill>
              <a:srgbClr val="51AD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18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rgbClr val="51AD30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MGL Templat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MGL template</dc:title>
  <dc:creator/>
  <cp:lastModifiedBy/>
  <cp:revision>530</cp:revision>
  <dcterms:created xsi:type="dcterms:W3CDTF">2025-02-06T05:36:40Z</dcterms:created>
  <dcterms:modified xsi:type="dcterms:W3CDTF">2026-09-25T07:27:12Z</dcterms:modified>
</cp:coreProperties>
</file>